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2C0DC39-3E66-4455-9096-0102AD668744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204" y="23069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38EAD82-8D3C-4FE0-9C51-5ECF5F67878B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288A4AD-E3CF-4CED-8C2C-C3D8F0A91739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896" y="29372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F509CFB-0BDF-440F-A78C-B064A13177DA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956" y="19444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16B67EF-6EA4-4AFB-9388-3E8C978E854E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B8BE3F8-7201-49D1-A104-5CDBE5D2D513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F2D32E1-C1EA-411D-8A36-382FEBC5B18E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66CE7E5-6EF5-423B-AF28-E9E576AC5D44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791" y="1877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595BAC5-FCAA-45B5-841C-1736AF51CBCB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384E004-C6C6-4608-B5A1-647D53A8AE3C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50" y="27368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356D22E-B953-4B4C-9A23-B7310D53D68D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56" y="21405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E1E971E-4ED8-43DE-92F5-D372FBEDFA3B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B37661CB-3444-4152-BAA6-1D19D523A016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9505AFE-FBD3-4328-944C-8BE7139FD108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82" y="24378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19665E2-44BD-492B-BA6D-A7406904954A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00E1E02-DA11-4750-8F07-24366050B174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4D2DE2A-47BA-4742-A900-8E7F0CF7C27A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98859C7-FB18-4241-A18E-F33A70BB4A76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45C82AB-42E6-42C5-AAE0-B118B6630809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41" y="2860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5DACEC9-9E46-433A-9627-968884D2B52B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4E69801-63B2-42EF-8610-C360F6EBF368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B7CD71C4-461A-4736-86B5-0080F530D23C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1</dc:title>
  <dc:subject>deterministic generation-path baseline seed 1103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