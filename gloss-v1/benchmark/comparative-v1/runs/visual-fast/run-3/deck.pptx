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F3F120B-3241-4A75-9CC2-01160105347C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236" y="19737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0394028-CDDB-44B4-89A7-C0F7F0D39BB9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27EB98D-0FA9-442C-AB8B-6C74F66BE420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214" y="22497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2BBCF93-73E9-46E4-9C16-C772B8F62F7E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197" y="24570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6F9FAD6-7C91-4B57-8FD5-E532B875AFED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AC531BF-6467-4001-AE2C-BEC4A0B78A11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272508B-03CF-4A42-88F0-541E46DC9044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621B77B-BB81-4DD2-AC2C-B80E57C13CA3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86" y="27261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CB1F3C9-4A6B-4F69-8745-E920D88C5469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AE727EA-ACDF-4FC8-85B4-C3907F09FB43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14" y="24875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659F52F-2EFA-44CA-859C-335CAB3B1D1D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85" y="23711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1C94828-ECB8-44CF-A657-6424F7DF0FF3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137C06D7-2D64-4A76-9866-523B5FF7170B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91F6EED-5BC5-4C44-A4E9-B26D26E24AED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179" y="28467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BA94D59-BC4D-4D7F-B377-D07833AD1AAB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A2996EC-F179-4B59-99B4-87C2383D71F0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AE3FC2C-8BFD-4110-83E0-EDAEB948DD55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DFC8EA7-D851-494D-83C6-3FE338BCC2B6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A11E3C9-E229-43C7-B18F-EBEAF984C446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216" y="25552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5D1996F-45D4-4D9F-AC81-60E7111EF610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E56A0D7-2EE0-4143-B132-C6282E7F32A8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5F2E40A7-11F8-43A4-956D-688BCD056DE4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fast — run 3</dc:title>
  <dc:subject>deterministic generation-path baseline seed 3301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