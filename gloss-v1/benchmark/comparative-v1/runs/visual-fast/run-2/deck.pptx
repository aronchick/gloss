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CDE91BB-9F73-4AB4-AEAF-4FA05CDDF468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376" y="2884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9C6BA9F-93CB-4FB7-ACEF-37D4F148AEA0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B07CA43-21C2-4C7D-89C9-0AB6E146CDDA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891" y="238594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B8FE4C1-F1DC-4A3A-9678-8096449431E7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71" y="1777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AE16AEF-04AB-4872-BAA5-5FD5DF6FBC67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9E550F4-D6F9-47A3-B015-6D23D564BB4E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8D6FF70-0253-45FB-B3A6-8782807BEE4D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CB24F4D-4490-4898-8A95-49F8EC908436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884" y="26051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C430A02-CBB1-44DE-9FFC-BC6979B2EFA0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F8C81F6-7277-47E0-B206-F438BB2297F9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532" y="26082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A8843E4-577E-4BB1-A723-118BB379E991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316" y="26152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A5524C7-A540-4B0C-A036-B34CECADB81B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F63BF493-D43E-43BE-8152-0188F7125AFA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8B97F5F-E767-4178-BC66-820E46DD9CAB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632" y="24342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C03C077-C066-4293-A311-FF8DAD1828D9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1BC970D-A18B-4533-A0D9-C078D96021AC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A028329-F832-4425-8506-96518A4391FA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FB6B121-1925-4F05-AD7A-F769009B3892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0B76A80-6F1B-426F-9710-C4CE1B37B6B6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37" y="2455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248B4F6-249B-4D8A-B335-BAB30AE0D40F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E96B650-9A33-4394-9378-E213D1884090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836BA190-29AB-4DC2-9A08-23B860F20E12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fast — run 2</dc:title>
  <dc:subject>deterministic generation-path baseline seed 2207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