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C59DC31-1610-4491-AF72-B4BE45D14244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48" y="2314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5621163-F056-470C-81C6-F64B1DD18ED6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1FB9D83-47E9-4FB2-898D-05001193A651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808" y="28045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209AC96-4F8C-4B25-8DBD-97C84920BC50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65" y="20323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4E7D590-248F-4809-8A09-E25A308CAC0E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770008C-F716-436A-947C-30DDFD220586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941FDBD-D398-471F-9E7D-29098EED22A9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B4FB659-435C-464C-B430-8995B713EC44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171" y="19800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A9A1899-662E-4EE5-BA5F-F8E1A76CBEFD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3B02FD9-202E-4A11-8481-8A7DBC94A7DA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72" y="26486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1AD2568-840E-43B9-86CE-DBF35099ECA2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44" y="21848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EE52D34-8870-4DCF-AEC2-E64FB48539D1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74BF253D-54A6-42D2-84E4-565191A7D01F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7289C72-6075-4734-8C37-16ECAF6CC710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53" y="2416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94E9BDF-9DCB-42DA-BA5A-A518FE1BCCEC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A16D9A3-824F-49FF-9B35-0F3F8A95DB2F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6585004-FAED-426A-908E-E41E29E1644C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FE24714-325D-43A4-99B2-07676CA3F814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BFE030E-0C3B-4B3E-A8EA-D2C5D6D07A15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921" y="27446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FE0B987-4F35-468E-866E-66E1D2B8B741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45FCA9B-2AF7-467C-9CC8-EB1FA51E3CB9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8A00A897-356E-4FA4-93A1-DC4D26B63410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1</dc:title>
  <dc:subject>deterministic generation-path baseline seed 1103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