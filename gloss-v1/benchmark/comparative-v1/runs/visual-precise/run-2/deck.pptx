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8E5E773-DED4-4017-A5CC-0794000110F8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96" y="20707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8E5A258-8182-4A66-A0A9-F74857B05610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3AA6B54-B528-4E74-A2D5-1B9DD6B76391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48" y="19876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D5140E9-7719-442F-BD89-4A3CFD159C6A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345" y="18862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275205F-DCB9-4A20-8801-1760E4B5C702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404B0D3-80B5-40DC-AB40-0062BC01C207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C68A6AD-D426-48D3-A400-E67998CD4249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6EFB1B1-3A8D-4C5C-9D78-E41D291C0C36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4" y="2024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C9D66B8-6489-4D11-8CF3-AE0B9A70B9E7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4F38F3-61E5-4E68-B52C-EC1ED76E15E8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55" y="20247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D60341B-7674-4B63-BF3D-C99A8F3FB11A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552" y="2025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0AE76F9-05B5-418E-B24C-86E1377565E2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10EB2655-71D9-48BC-8D98-3232EE074810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FAB7370-3EE5-4B73-ACA2-7FA23C4994C0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105" y="19957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2C019A-DCDF-4C21-855E-C95C884664F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E4C11D3-E0B1-4038-B86F-2F84DAD8438F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98CDEF7-3252-450D-A7A5-082BF1206477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1623D0F-CB3E-4F1D-81C9-6E2EF2BCE2A1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53D2BED-993A-41F5-931F-5A36388A3184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972" y="1999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2DF3454-5025-4DA8-B39B-6D9B58867A08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CCEBC3C-9B7E-4A5D-8506-6A8953C58409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8C2E57A-7539-49F6-BBF9-C5EC09924EF3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2</dc:title>
  <dc:subject>deterministic generation-path baseline seed 2207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