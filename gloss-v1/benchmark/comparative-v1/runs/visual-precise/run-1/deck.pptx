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874D011-0F33-4176-A16A-FA6A5E190971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67" y="19744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D93725F-EEFC-46F7-9FBF-5413997A062C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B03679D-944F-41C3-8D27-D36D26634FD2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Uptime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≥99.95%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Cache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≥80%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16" y="20795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D429236-EA50-4F0C-8649-C8705BBB6F23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92" y="19140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A857554-A059-4FC2-A545-9DFFB46EB4DC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C3E627E-84C3-4DDC-A181-F76D1241AC49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B782115-F3B1-48DF-821F-2A01D6E6243F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BBA6D9A-645E-4B0F-9747-9C1F030941E7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465" y="19028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788D0B1-B455-409C-970D-4C915A57D287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2625103-7AB4-4AA3-8BA2-2148F8673984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658" y="20461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86F92DA-B323-476F-A620-3E1CE6ECC9A9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059" y="19467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598E942-A32D-4984-AA4F-3380DE00163C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C584BEA5-BBC8-4CA6-8211-6E6BE3BE349A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59CC7D5-AE92-4A4E-899F-DBA101E70806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447" y="19963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10F7FAD-E87C-4776-B43E-CE3D56AB6725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6102A78-651D-46AE-B7F6-57AD0408FC5A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F2B539D-0071-4301-ADBE-CF2792FBF61E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B79AC28-4084-4847-AD0C-B8DE299F1845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5C4DB0B-1F90-4922-9486-10F7BC4E80FD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840" y="20667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87C4976-23B1-4719-80C1-199B86910B65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7052C28-F1F4-43E0-854F-8368DB510D03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E7817524-748A-4A69-83E2-792782A97CF5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precise — run 1</dc:title>
  <dc:subject>deterministic generation-path baseline seed 1103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