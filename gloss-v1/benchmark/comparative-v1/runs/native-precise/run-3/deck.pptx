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A567A3A-F1D9-4C90-B1D3-41B17660669D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915" y="19393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CAC9AF1-3197-4B6C-BEA2-8413F84DCE79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C66CEB1-16EC-403C-BB53-C78EC80A7A47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Uptime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99.91%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99.98%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8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Cache Hit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≥80%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357" y="19699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22536D5-D066-4EC7-BCB1-65F0786D6285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688" y="19930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0A724BC-A1D4-4DB3-A3EA-20A65DB2309D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586A75D-C20E-49B9-8513-67E82B01C85C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7E5B0A0-8F48-4B55-A015-5BE48558B5A6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A885827-C4E4-463C-831D-21F705A7C279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387" y="20229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BBE03B5-BDB6-4C44-9195-9C0CD2048D25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67794AD-F229-4B5C-A34E-408BEA323D5A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479" y="19963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6FAD88F-DEAB-4296-91B2-6A1F9C762A7E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376" y="19834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D51F3A3-7595-4C54-9A77-2C830906697E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6123102B-BD1E-4BBA-99F1-024BF2413F86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12FD99D-5730-4306-B6EE-C069D0F541B5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08" y="20363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1CE0AC3-1A2F-45D5-9356-546EB4BC6983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C394784-EF93-4B76-9720-CEF9CEC12925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22FB350-5071-4AD5-8DC3-42AE90F394B8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8A15D8C-2480-45A4-BDB5-D105121F37A5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25CD10C-4CBB-473C-809E-DF3087A2E6F0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135" y="20039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77ABFF6-3938-48C1-9F42-CD8782125F2D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99551B5-68C5-4C58-BAC0-065FB7500961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CB1C6F85-25E6-468F-BA2B-2EA031059294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precise — run 3</dc:title>
  <dc:subject>deterministic generation-path baseline seed 3301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