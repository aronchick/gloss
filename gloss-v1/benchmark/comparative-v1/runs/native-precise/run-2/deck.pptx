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767EC3C-D3CC-46B3-B1B0-7C331E6B9FE9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30" y="20404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D58230F-4027-4F39-A669-B560838C7128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12A2C27-B01F-4DBD-BB58-D7938CBE9A69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Uptime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99.91%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99.98%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8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Cache Hit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≥80%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432" y="19851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7F39BB7-E9EE-4A37-ADD5-D9FCCB9E9055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96" y="19174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2641AE3-A571-40A5-81B2-4B1C055D0FBC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EC3CEC4-CB50-4A06-9B02-122802635628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D1AE08E-C420-45A8-BA68-5EAADEAE2697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01B83CC-45FC-4E8B-8297-364724BCBDFF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876" y="20094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438A05A-FF08-4E0F-9FFE-60277A80875E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7BC5FC0-C265-4CA7-9678-3494B876606F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70" y="20098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D6C1987-5876-42EE-91DA-54AA28F88D38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701" y="20105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CD11EBF-A8EB-4679-AB9D-3D9EDE301245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346ABEFA-C666-4754-8E08-7E0C16D1B802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35C7FC5-2A33-4DCA-B198-82565EEDFD8A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70" y="19904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3317D4C-1638-498A-BFC7-6541DFD59A84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8C5C8A7-6133-4741-861F-87B5F5123914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18F8F31-9989-4CA2-A2DE-E7EA34221A7D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CE4459B-7D7B-49D0-A5FD-21E8179CA415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1ABDB1B-B0DF-4E90-9402-C40C4F0887AE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648" y="19927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31ECB12-A5E0-46F2-9E7C-7AEFF9239450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D6FF2F8-B99E-4FF3-A06F-4775DA594E52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1B66FA5C-48B5-4C62-906E-0DF1701DE36E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precise — run 2</dc:title>
  <dc:subject>deterministic generation-path baseline seed 2207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