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AcidSlide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2CDD0DF-9E9A-47C2-9023-CDA87AFB5954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236" y="197376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AF93FFE-64BA-47B9-9F5A-A28C785C8090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1B11494-9A60-4C92-9D9E-438C13372034}" type="slidenum">
              <a:rPr lang="en-US" dirty="0"/>
              <a:t>3</a:t>
            </a:fld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Q1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Q2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Q3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(p50)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12ms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11ms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≤10ms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(p99)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89ms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58ms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≤75ms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Throughput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1,200 rps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1,450 rps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1,890 rps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≥2,000 rps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Error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0.12%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≤0.05%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214" y="224976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C3E1D47-AEA5-4FF3-A50A-AAE777DFBE89}" type="slidenum">
              <a:rPr lang="en-US" dirty="0"/>
              <a:t>4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North America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1999" y="1418400"/>
            <a:ext cx="3960000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4000" y="1260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51.8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052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Europe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1999" y="2210400"/>
            <a:ext cx="2690965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4000" y="2052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844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Asia Pacific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1999" y="3002400"/>
            <a:ext cx="2415752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4000" y="2844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636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Latin America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1999" y="3794400"/>
            <a:ext cx="947953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4000" y="3636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4428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Middle East &amp; Africa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1999" y="4586400"/>
            <a:ext cx="550424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4000" y="4428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197" y="24570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6361E4A-B495-409C-AF22-6BF28FDB4729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900FD28-BE73-4F7D-BC26-B5741BED86BC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7A8551E-7E94-4767-A301-F04E120F3EC1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1F030A1-E747-44C2-BB87-FF4799ADB4AF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86" y="27261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C90B673-47CE-4AAA-84F9-1DE6FCBB5ACD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0F6EFFF-0522-4227-8D7B-4AA2E14D5401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2314" y="248754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6D0D3AE-143F-4E53-BDEE-A5D8DD676119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385" y="23711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547BF8D-B580-473F-BC96-22EA78818123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E1EBAB07-36E5-4753-885A-74D853FC4FD6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AcidSlide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E7ED89C-C25B-4755-BB04-6AE9C206CD05}" type="slidenum">
              <a:rPr lang="en-US" dirty="0"/>
              <a:t>13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5999" y="1176000"/>
            <a:ext cx="198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2000" y="10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5999" y="1655999"/>
            <a:ext cx="155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2000" y="156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03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Visual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5999" y="2135999"/>
            <a:ext cx="1272857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2000" y="203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2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35999" y="2616000"/>
            <a:ext cx="99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2000" y="252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99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5999" y="3096000"/>
            <a:ext cx="707142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2000" y="299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4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Other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5999" y="3576000"/>
            <a:ext cx="56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2000" y="34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Weight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Rendering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4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pic>
        <p:nvPicPr>
          <p:cNvPr id="36" name="Picture 35" descr="cityscape.png"/>
          <p:cNvPicPr>
            <a:picLocks noChangeAspect="1"/>
          </p:cNvPicPr>
          <p:nvPr/>
        </p:nvPicPr>
        <p:blipFill>
          <a:blip r:embed="rId2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179" y="284674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BC67274-61DB-4473-9FCE-70538622505A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AcidSlide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DD37A19-0E98-4421-84A1-3314350D837C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83244E7-2F99-4EB4-8761-AF25187865AF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14B8A3A-0F0A-4FCA-90C7-A855ED78D35C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837D1C3-0A2E-449F-BF12-152CD25C36F3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216" y="255526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902FFF3-3E44-49B3-98CC-1F5944F6F9E4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AcidSlide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006333F-414E-49CA-BFF7-795B1BA9D685}" type="slidenum">
              <a:rPr lang="en-US" dirty="0"/>
              <a:t>20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360000" y="9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0799" y="1092000"/>
            <a:ext cx="1500309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37600" y="9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5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0799" y="1692000"/>
            <a:ext cx="1778938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7600" y="15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1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0799" y="2292000"/>
            <a:ext cx="2079000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7600" y="21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Slides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SSIM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pic>
        <p:nvPicPr>
          <p:cNvPr id="33" name="Picture 32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36" name="TextBox 35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05B4DE3D-CD8E-4EF9-934E-A047819E88AF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Visual fast — run 3</dc:title>
  <dc:subject>deterministic generation-path baseline seed 3301</dc:subject>
  <dc:creator>Gloss contributors</dc:creator>
  <cp:keywords>Gloss, AcidSlide,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