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6C046AC-1576-4259-B9B0-A8134DD366D3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204" y="23069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96530A1-AC11-4F7C-BB76-3DC1E7C589FB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0E8A8CE-3B7C-4715-BF2B-2472EA8C4C3A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896" y="29372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52F6071-E8C0-4C41-8988-A0992F6FCB7F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3956" y="19444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8780211-6556-4362-B7AA-61D486909B71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7BFDCD9-D1D1-4D5F-AFAC-E0E81724596B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99C3DE5-0244-4E3C-807C-8214D8588C3C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81A8DE3-36F5-4493-8664-3205E6471F57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791" y="18771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9000487-3C1D-4125-9CE8-27AEAAEFE3D0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E8C34F8-1D8B-4FB7-928D-2B4B81BAD708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50" y="27368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7075F04-031C-437D-898B-003360137EFB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356" y="21405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EDB925B-F0E8-4CAB-83A4-5965C822D661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360481A8-C72C-4C03-B1AC-1CBC7F49191F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46EDD1A-D9E3-41AC-A98D-E4236B25DCC7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82" y="24378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84B690F-3D8F-4BC8-A324-0B691B2EBEBE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F640953-CFDF-4E79-99EC-CF50CDF15866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9FA8E67-E41E-4F61-BC0C-930B0B997854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9C07062-BF62-4689-9223-D08CD66D01BE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A4A4658-6BAF-4E3D-B56D-3DCB46E5870C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041" y="28603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0AAF267-6D95-4A62-AD30-EE326C4980AE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197553F-138A-44D2-AE37-F6CCD79B890A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F66B78AF-1A8F-4A6D-AA28-65F4B2C26D9F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fast — run 1</dc:title>
  <dc:subject>deterministic generation-path baseline seed 1103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