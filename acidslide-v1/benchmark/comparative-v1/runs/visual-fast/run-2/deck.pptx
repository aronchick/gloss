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AcidSlide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1589F4A-B789-4DF8-BA50-693A570263DD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376" y="28843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6041496-8001-4083-895F-A855161EE25C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D3FB9F0-5D81-4BB3-A162-81D4CFD5214F}" type="slidenum">
              <a:rPr lang="en-US" dirty="0"/>
              <a:t>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Q1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Q2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Q3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(p50)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12ms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11ms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≤10ms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89ms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58ms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≤75ms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Throughput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1,200 rps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1,450 rps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1,890 rps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≥2,000 rps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Error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0.12%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≤0.05%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891" y="238594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1E4A2B3-3B84-4749-9E7E-42D1A7FEFA0C}" type="slidenum">
              <a:rPr lang="en-US" dirty="0"/>
              <a:t>4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North America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1999" y="1418400"/>
            <a:ext cx="3960000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4000" y="1260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51.8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052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Europe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1999" y="2210400"/>
            <a:ext cx="2690965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4000" y="2052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844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Asia Pacific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1999" y="3002400"/>
            <a:ext cx="2415752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4000" y="2844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636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Latin America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1999" y="3794400"/>
            <a:ext cx="947953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4000" y="3636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4428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Middle East &amp; Africa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1999" y="4586400"/>
            <a:ext cx="550424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4000" y="4428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071" y="17773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CFBFAA4-51BC-4027-8EB8-AECFE4D2F972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8315996-CADE-4831-A800-D76ECA6456FE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888F57A-D0CC-4383-B443-5CBB80778959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C305B0A-C811-49DB-868C-E9106AAFED29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884" y="26051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C25BA50-6A3D-498C-9F25-BF825162B6AA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C170A5B-F28C-44FB-9ADC-7EF4582C2A97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532" y="26082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DF49C27-33D8-4694-A8AB-AC033F08C9A0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316" y="26152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70228B1-7D25-4B3B-8EAD-FA696E82AE08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3F159DA2-5446-4356-B9B5-46FB182E64F0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AcidSlide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D2A713E-866B-4AE7-BD8A-1D501D7D4384}" type="slidenum">
              <a:rPr lang="en-US" dirty="0"/>
              <a:t>13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999" y="1176000"/>
            <a:ext cx="198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2000" y="10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5999" y="1655999"/>
            <a:ext cx="155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2000" y="156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03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Visual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5999" y="2135999"/>
            <a:ext cx="1272857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2000" y="203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5999" y="2616000"/>
            <a:ext cx="99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2000" y="252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99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5999" y="3096000"/>
            <a:ext cx="707142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2000" y="299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999" y="3576000"/>
            <a:ext cx="56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2000" y="34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Rendering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pic>
        <p:nvPicPr>
          <p:cNvPr id="36" name="Picture 35" descr="cityscape.png"/>
          <p:cNvPicPr>
            <a:picLocks noChangeAspect="1"/>
          </p:cNvPicPr>
          <p:nvPr/>
        </p:nvPicPr>
        <p:blipFill>
          <a:blip r:embed="rId2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632" y="24342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1660439-38D4-43C9-A4BC-53193AE65C90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AcidSlide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4A9CBB2-C6DB-42F4-8E8C-52F1676EC88F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2AA1033-A31A-4008-825C-936F5D8948F6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984BA2B-D33B-4C98-A9CB-211546E0E4CD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8AD0C54-E6EB-4C6A-9ECF-4292D8FC01D8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37" y="24551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C1485B8-53C1-43B8-B4BF-E9FB7E31369C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AcidSlide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B3B8CBA-5D85-492A-85F3-530E094A30E1}" type="slidenum">
              <a:rPr lang="en-US" dirty="0"/>
              <a:t>20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60000" y="9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0799" y="1092000"/>
            <a:ext cx="1500309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37600" y="9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0799" y="1692000"/>
            <a:ext cx="1778938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7600" y="15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1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0799" y="2292000"/>
            <a:ext cx="2079000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7600" y="21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Slides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pic>
        <p:nvPicPr>
          <p:cNvPr id="33" name="Picture 32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36" name="TextBox 35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5202361D-E667-461C-9876-480617EF64ED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Visual fast — run 2</dc:title>
  <dc:subject>deterministic generation-path baseline seed 2207</dc:subject>
  <dc:creator>Gloss contributors</dc:creator>
  <cp:keywords>Gloss, AcidSlide,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