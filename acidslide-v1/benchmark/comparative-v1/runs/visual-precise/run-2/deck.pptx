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344A915-D5AA-402F-8F6C-1E4AA47D55AB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396" y="20707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D8AA836-2038-4700-A97C-F468B34F02F9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1085014-49A6-4C75-A2AD-DAE23241C8FA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Uptime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2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≥99.95%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Cache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0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≥80%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648" y="19876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0481A53-FDE1-48A6-8465-A49626B3CEE4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345" y="18862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6E41EF2-CD1C-44AB-8733-DF456A0CC5F4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E74C80E-9F15-4388-859A-45E6C237948B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3AB6EC2-1470-4688-93E1-F3E784F5B8BA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76E07C4-6CFF-416A-9181-ECA2C11208EC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14" y="20241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CE91078-B3E6-4B00-B404-297569C56C89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ECF855B-4FBC-41E7-B28E-E1ABFAB11220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755" y="20247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7A9CE94-E917-4662-A298-5282FE0F05C4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552" y="20258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7AC9C74-388A-4CB1-81D3-BA0AE276B7AB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A9BF9E7C-AB5F-40F9-9F3B-4F6E60EBCD15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CC00C18-3AD4-4B3A-BBC0-85AB669290E5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105" y="19957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30C9C7D-FB3A-4AD9-9ECA-327C89855A8A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49B66E5-320C-4027-9E7F-3D165FC6BC41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9755E28-D8EA-463A-89D9-C9FCFC046B72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FABC5C9-E588-4499-80DC-F09A7A98C408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0463993-71B9-4A4F-BF3F-E82AD7207811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972" y="19991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E820118-C74B-46BC-B905-DE25BFF11192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F6526C4-5BB1-4017-908E-FE2B3EC0B045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4D738E6B-4ADF-45E7-A445-44E614A48F2A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precise — run 2</dc:title>
  <dc:subject>deterministic generation-path baseline seed 2207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