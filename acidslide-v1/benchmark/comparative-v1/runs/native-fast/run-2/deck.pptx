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0760E9D-9B93-496C-A221-E7F75339F5E7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514" y="27633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59D3208-2EE1-463F-8C09-7EFC79D69B91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E634261-6084-41FC-AE71-BC3A0FA332CC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026" y="23757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05BB0C8-5782-4097-BF1B-B3DFA64AA50B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277" y="19023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CE4B072-C3A8-454C-AA7C-E51581AED000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3DE49B2-7519-439B-8745-46B04378E278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23C2EB6-4A8C-4515-A3C9-4C1C437D1F40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A1DF6B8-10CD-46EE-9682-158A41E468D6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132" y="2546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AF8D400-0C1C-44D9-8BC2-3A6141C148AA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657ACBE-7081-4920-A4DD-2A4C5457162C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92" y="25486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012CF9E-70D7-4BAB-AA25-9E1C524BB44E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912" y="25540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402C9BE-03E3-44C1-A29D-9F333F77BBC2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63C648BB-654E-4B87-B823-007A56779759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F79A804-190D-40EC-897C-732406C9EC1F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92" y="24133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F607091-70AC-42E8-9796-527AD4E554E0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4415B2D-CE82-4E51-91AC-99B9C6189014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D880974-ECCD-4B97-8B11-D21ADBF8AD8D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ADEED0D-267A-4270-94B2-5559478C9AAA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6961010-026D-491E-8BF2-CDA500E24F15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540" y="24295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506A582-7164-4A0C-8417-DB41EAC0B1A2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AAB6F3B-F57D-44AD-B80F-6119DF09C13D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337F7F3D-7605-47A9-B819-5F29234287F0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fast — run 2</dc:title>
  <dc:subject>deterministic generation-path baseline seed 2207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