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AD2C716-CE02-4CEB-83D0-A93713C966B7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406" y="20551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6E7E453-77D5-4590-80E0-D5CDD5574F4F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AF2DDAC-C512-4E6D-9D02-9673D7A9FBF6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99" y="22698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F6D2B83-D6E2-45A1-A2B1-1ED3828B736D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820" y="24310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B53C928-F236-4159-9B02-78BFBEA66610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1B10FF4-3BE2-4498-A398-CFBD658A66F8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528683C-D31F-4BAE-BF69-2862603078E6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10C4A46-CA2B-4ABF-9BE5-DC9E976A768B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11" y="26403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81DC967-633D-4A94-A706-00CDD4E7FF41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945DAD7-7D35-4F3D-A98A-9E58532956BA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356" y="24547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3C987E3-0290-4B98-9888-E93DBF9CC821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633" y="2364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D558792-483A-4F57-AC71-6993BFA206FC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1437C80B-743B-4612-8CBB-FD9BE3622574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F330743-81FC-4226-97EF-B7C792C043D7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361" y="2734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D4D06A2-B2FF-4AC4-BEAF-FB8DFF081BF6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48338C0-E837-4228-B393-694897FE2660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A94DFFA-0F68-4C26-92D5-02DE6DCF201C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24F8D1B-106E-44B9-86EF-543065FB6DE5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C46829D-C4A8-4D23-AFE5-B27FDC05B64C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946" y="25074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96B4D11-C828-4821-BF1C-FB2EF8CE56CD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F7DACAC-3FD8-4C33-B2C4-12F48C79A8DC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87BD3151-7FFB-4D90-8B34-46FFC4C4B42B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3</dc:title>
  <dc:subject>deterministic generation-path baseline seed 3301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