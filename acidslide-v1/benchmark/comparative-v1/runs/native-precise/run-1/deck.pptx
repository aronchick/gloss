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535B61E-3655-4776-B3EC-78C1670E0707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578" y="19763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EDBD594-A8F2-4CA2-AFB0-109C9D544B47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847E0AC-8D8F-4EFF-B0C9-DCF7091D0F8F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Uptime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99.91%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99.98%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8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Cache Hit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≥80%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44" y="2046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32E082F-8F66-4E24-A831-F4B32D56E1CB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995" y="19360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43B4D88-6F3F-4FD3-B82F-46D03E3E00A6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8B9F490-9692-42AF-AA01-A9049BAA884C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D68D4FE-BA58-4CDF-B584-172ACC9657CA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1153632-3471-450B-A1A0-E0F68A57610C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310" y="19285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3EF9784-8951-4D35-9B98-0C26BFF749EE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DF7DA18-E965-497C-B3F2-3ED1D6031208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38" y="20240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FA11166-5070-4B4D-8096-3F3A432B1E3D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706" y="19578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C0104FA-8905-4657-9721-008FBFF1FCB6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07BB9431-5B52-459B-8763-A890A69EFA27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BEB28B5-C386-41BB-9E6D-7E4F849A2FEF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64" y="19908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DF100D5-FE1D-4C66-ACCD-9566095E46F2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6EC4723-6C44-4EDD-BD43-4E2523F92DC3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953DC9E-327A-42FB-9501-92E48249E746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C8D5010-D289-4763-881A-7F72D6F21F40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E2FA26F-0167-4593-A43E-70F1A462A9BD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60" y="20378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C1943B5-F5CF-43B0-9995-88FCD2DC7A80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005F072-288C-45D2-8519-0642F18A2D6B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CDF9701A-CC19-4A8A-9FAF-88F54B9541D5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precise — run 1</dc:title>
  <dc:subject>deterministic generation-path baseline seed 1103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